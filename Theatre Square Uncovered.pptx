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D092D3-6DDC-4619-B847-BEA3862550DE}">
  <a:tblStyle styleId="{9AD092D3-6DDC-4619-B847-BEA3862550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36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02174"/>
            <a:ext cx="4943475" cy="2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1179909"/>
            <a:ext cx="5190648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THEATRE SQUARE UNCOVERED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742134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CODEFORCES BETA ROUND 1 - PROBLEM 1A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6734770"/>
            <a:ext cx="4943475" cy="123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Before we code, we must understand the scale. A billion meters is roughly 25 times around the Earth. We cannot count this manually.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525" y="9525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3005137" y="5327972"/>
            <a:ext cx="95250" cy="9525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28675" y="4778424"/>
            <a:ext cx="46705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Blueprint Specs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28675" y="5226099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(Length):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1 ≤ n ≤ 10^9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28675" y="5500389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(Width):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1 ≤ m ≤ 10^9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28675" y="5774680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(Tile):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1 ≤ a ≤ 10^9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3469"/>
            <a:ext cx="5324475" cy="3604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3469"/>
            <a:ext cx="5324475" cy="3604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611290"/>
            <a:ext cx="473392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76300" y="2807344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Thinking Process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3274069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Divide the total length by the tile size to get full tiles.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6300" y="371981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Check if there is any space left over (remainder).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76300" y="416555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If remainder &gt; 0, add one more tile.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2807344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Analysis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04900" y="500181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247900" y="500181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2152650" y="5201840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62775" y="3293119"/>
            <a:ext cx="43529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Very easy to understand and debug. Reflects human logic perfectly.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62775" y="3984575"/>
            <a:ext cx="43529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Verbose. Requires branching (if-statements) which can be slightly slower in massive loops (though negligible here).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2775" y="3340744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032200"/>
            <a:ext cx="1238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 1: THE INTUITIVE CHECK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694021" y="3170485"/>
            <a:ext cx="12601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Floor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76300" y="455101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Rounds down. Good for cutting, bad for covering.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325903" y="3170485"/>
            <a:ext cx="15401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Ceiling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48200" y="455101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Rounds up. The correct mathematical model for "coverage".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607742" y="3170485"/>
            <a:ext cx="25203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Implementation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029700" y="3780085"/>
            <a:ext cx="1676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math.ceil(n / a)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420100" y="439727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// Warning: Uses floats. Precision risk at 10^18.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223703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23703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2150" y="223703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 2: THE MATHEMATICIAN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04728"/>
            <a:ext cx="5324475" cy="2292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708624"/>
            <a:ext cx="53244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2744688"/>
            <a:ext cx="5324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 we perform a "ceiling" operation using only integers? Yes.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286500" y="2801838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it Works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286500" y="3268563"/>
            <a:ext cx="5324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adding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a - 1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we push the numerator just high enough that: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3195637" y="4403600"/>
            <a:ext cx="95250" cy="9525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07945" y="3780978"/>
            <a:ext cx="507063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Magic Formula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28675" y="490433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 + a - 1) // a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72250" y="373240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67500" y="3733353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a multiple of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it changes nothing.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72250" y="400669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67500" y="4007643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has a remainder (even 1), it pushes it to the next multiple.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15100" y="4899124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Example: n=6, a=4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801100" y="5099149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991600" y="5099149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Correct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 3: INTEGER ELEGANCE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172223"/>
            <a:ext cx="49434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81025" y="1436637"/>
            <a:ext cx="519064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2D EXPANSION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81025" y="2017662"/>
            <a:ext cx="49434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2646312"/>
            <a:ext cx="51906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Multiply?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81025" y="325591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common mistake is adding the results: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tiles_n + tiles_m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calculates a perimeter (an "L" shape).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4166443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are building a grid. For every row of tiles along the width, we need a full column of tiles along the length.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525" y="9525"/>
            <a:ext cx="607695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18"/>
          <p:cNvGraphicFramePr/>
          <p:nvPr/>
        </p:nvGraphicFramePr>
        <p:xfrm>
          <a:off x="581025" y="25872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{9AD092D3-6DDC-4619-B847-BEA3862550DE}</a:tableStyleId>
              </a:tblPr>
              <a:tblGrid>
                <a:gridCol w="3331975"/>
                <a:gridCol w="2412800"/>
                <a:gridCol w="2642600"/>
                <a:gridCol w="2642600"/>
              </a:tblGrid>
              <a:tr h="4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Precision Safety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Verdict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Method 1</a:t>
                      </a: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(If/Else)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Low (Branching)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2C55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High (Integer)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Reliable but Verbose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Method 2</a:t>
                      </a: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(Math.ceil)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Medium (Float Ops)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Risky (Float limits)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Avoid for 10^18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Method 3</a:t>
                      </a: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(Integer Formula)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Lowest (Pure Math)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2C55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High (Integer)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Production Ready 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18"/>
          <p:cNvSpPr txBox="1"/>
          <p:nvPr/>
        </p:nvSpPr>
        <p:spPr>
          <a:xfrm>
            <a:off x="581025" y="4863703"/>
            <a:ext cx="11029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*Note: In C++ or Java, Method 2 can fail large test cases due to floating point precision errors. Python handles large integers automatically, but the logic remains best practice.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3063478"/>
            <a:ext cx="333196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912989" y="3063478"/>
            <a:ext cx="241280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325790" y="3063478"/>
            <a:ext cx="2642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968382" y="3063478"/>
            <a:ext cx="264259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3573065"/>
            <a:ext cx="33319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912989" y="3573065"/>
            <a:ext cx="2412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325790" y="35730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968382" y="35730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81025" y="4068365"/>
            <a:ext cx="33319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912989" y="4068365"/>
            <a:ext cx="2412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325790" y="40683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8968382" y="40683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81025" y="4563665"/>
            <a:ext cx="33319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912989" y="4563665"/>
            <a:ext cx="2412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325790" y="45636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968382" y="4563665"/>
            <a:ext cx="26425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STRESS TESTING CONSTRAINTS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22587"/>
            <a:ext cx="2426493" cy="1906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3322587"/>
            <a:ext cx="2426493" cy="1906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3322587"/>
            <a:ext cx="2426493" cy="1906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3322587"/>
            <a:ext cx="2426493" cy="19067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581025" y="4275980"/>
            <a:ext cx="11029950" cy="1905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40390" y="3760737"/>
            <a:ext cx="21077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1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90575" y="4227462"/>
            <a:ext cx="20073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90575" y="4673203"/>
            <a:ext cx="2007393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Constraints &amp; Physical Reality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3608159" y="3760737"/>
            <a:ext cx="21077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2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3658344" y="4227462"/>
            <a:ext cx="20073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Solve 1D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3658344" y="4673203"/>
            <a:ext cx="2007393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Ceiling Division Logic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475928" y="3760737"/>
            <a:ext cx="21077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3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526113" y="4227462"/>
            <a:ext cx="20073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Solve 2D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526113" y="4673203"/>
            <a:ext cx="2007393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Area Multiplication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343697" y="3760737"/>
            <a:ext cx="21077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4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393882" y="4227462"/>
            <a:ext cx="20073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Optimize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393882" y="4673203"/>
            <a:ext cx="2007393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Integer Math &amp; Data Types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EVOLUTION OF A SOLUTION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4135"/>
            <a:ext cx="55054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894135"/>
            <a:ext cx="95440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02025" y="1894135"/>
            <a:ext cx="8191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81025" y="4027735"/>
            <a:ext cx="57807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Game Dev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81025" y="4494460"/>
            <a:ext cx="5505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Tile maps, sprite sheets, and collision detection grids all use this ceiling division logic.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372225" y="4027735"/>
            <a:ext cx="58197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Systems Arch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372225" y="4494460"/>
            <a:ext cx="5819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Memory paging and allocating server instances often require rounding up to the nearest block size.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6202025" y="4027735"/>
            <a:ext cx="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Logistics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6202025" y="4494460"/>
            <a:ext cx="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Shipping container optimization and material ordering: You can't order 4.5 trucks.</a:t>
            </a:r>
            <a:endParaRPr/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1903660"/>
            <a:ext cx="54864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1903660"/>
            <a:ext cx="9525000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11550" y="1903660"/>
            <a:ext cx="8172450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TRANSFERABLE SKILLS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9192"/>
            <a:ext cx="5324475" cy="3952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75942"/>
            <a:ext cx="5324475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69432"/>
            <a:ext cx="5324475" cy="1302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81050" y="2309217"/>
            <a:ext cx="4924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main.py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test.py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81050" y="2594967"/>
            <a:ext cx="4924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81050" y="2699742"/>
            <a:ext cx="49244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sys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Read Input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n, m, a = map(</a:t>
            </a: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sys.stdin.readline().split())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Optimized Solution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count_n = (n + a - </a:t>
            </a:r>
            <a:r>
              <a:rPr b="0" i="0" lang="en-US" sz="105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// 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count_m = (m + a - </a:t>
            </a:r>
            <a:r>
              <a:rPr b="0" i="0" lang="en-US" sz="105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// 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b="0" i="0" lang="en-US" sz="10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(count_n * count_m)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286500" y="233779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Metrics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286500" y="5715297"/>
            <a:ext cx="53244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Execution Time: 0.004ms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8901112" y="3379812"/>
            <a:ext cx="95250" cy="9525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534150" y="3023592"/>
            <a:ext cx="507063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534150" y="338554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1000000000 1000000000 1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8901112" y="4873302"/>
            <a:ext cx="95250" cy="9525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534150" y="4517082"/>
            <a:ext cx="507063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534150" y="487903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1000000000000000000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CODE DOJO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94135"/>
            <a:ext cx="3486150" cy="438283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1834038" y="3170485"/>
            <a:ext cx="9801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Level 1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876300" y="378008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Explain "Ceiling Division" to a non-programmer using a real-world analogy.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5605938" y="3170485"/>
            <a:ext cx="9801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Level 2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4648200" y="378008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Rewrite the solution in C++ and identify the specific data type required to prevent overflow.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9377838" y="3170485"/>
            <a:ext cx="9801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Level 3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420100" y="378008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if tiles could be rotated 45 degrees? How does the geometry change?</a:t>
            </a:r>
            <a:endParaRPr/>
          </a:p>
        </p:txBody>
      </p:sp>
      <p:pic>
        <p:nvPicPr>
          <p:cNvPr descr="image.png" id="274" name="Google Shape;27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223703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23703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2370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MASTERY CHALLENGE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/>
          <p:nvPr/>
        </p:nvSpPr>
        <p:spPr>
          <a:xfrm>
            <a:off x="581025" y="31969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81025" y="41798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581025" y="49646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11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676400" y="256460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https://a0.anyrgb.com/pngimg/88/34/town-square-drawing-board-suburb-neighbourhood-urban-design-village-town-residential-area-land-lot-concept.png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676400" y="28103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www.anyrgb.com</a:t>
            </a:r>
            <a:endParaRPr/>
          </a:p>
        </p:txBody>
      </p:sp>
      <p:pic>
        <p:nvPicPr>
          <p:cNvPr descr="image.png" id="290" name="Google Shape;2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550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1676400" y="334937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https://preview.redd.it/what-are-those-numbers-and-letters-on-floor-plans-what-is-v0-xkczp2z7lml81.jpg?width=640&amp;crop=smart&amp;auto=webp&amp;s=e21481612c4096865e64b40cfa0429821089c676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676400" y="379318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www.reddit.com</a:t>
            </a:r>
            <a:endParaRPr/>
          </a:p>
        </p:txBody>
      </p:sp>
      <p:pic>
        <p:nvPicPr>
          <p:cNvPr descr="image.png" id="293" name="Google Shape;2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387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1676400" y="433223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https://miro.medium.com/1*SgnpNzwNLVKQtqOblGM9BA.jpeg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676400" y="457795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296" name="Google Shape;29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1235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1676400" y="511700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https://cdn.vectorstock.com/i/1000v/25/00/purple-server-data-center-vector-54142500.jpg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676400" y="536272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www.vectorstock.com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581025" y="1494085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